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07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41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658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25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734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113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95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8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73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57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28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25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00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723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3784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87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48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Ecommerce Sales &amp; Profit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Performance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Strong overall performance with balanced sales and profit</a:t>
            </a:r>
          </a:p>
          <a:p>
            <a:r>
              <a:rPr dirty="0"/>
              <a:t>Profit margin around 12% indicates moderate profitability</a:t>
            </a:r>
          </a:p>
          <a:p>
            <a:r>
              <a:rPr dirty="0"/>
              <a:t>Stable year-over-year growth (0%) suggests stagnation</a:t>
            </a:r>
          </a:p>
          <a:p>
            <a:r>
              <a:rPr dirty="0"/>
              <a:t>Sales driven by Technology and Office Supplies categories</a:t>
            </a:r>
          </a:p>
          <a:p>
            <a:r>
              <a:rPr dirty="0"/>
              <a:t>Regional performance varies significantly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3" name="Picture 2" descr="image(99).png"/>
          <p:cNvPicPr>
            <a:picLocks noChangeAspect="1"/>
          </p:cNvPicPr>
          <p:nvPr/>
        </p:nvPicPr>
        <p:blipFill rotWithShape="1">
          <a:blip r:embed="rId2"/>
          <a:srcRect l="2319" t="26460" r="51676" b="12829"/>
          <a:stretch/>
        </p:blipFill>
        <p:spPr>
          <a:xfrm>
            <a:off x="405353" y="2064470"/>
            <a:ext cx="8201319" cy="45342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Monthly sales show fluctuations with peak towards year-end</a:t>
            </a:r>
          </a:p>
          <a:p>
            <a:r>
              <a:rPr dirty="0"/>
              <a:t>Consistent growth trend but with seasonal dips</a:t>
            </a:r>
          </a:p>
          <a:p>
            <a:r>
              <a:rPr dirty="0"/>
              <a:t>High contribution from Technology category</a:t>
            </a:r>
          </a:p>
          <a:p>
            <a:r>
              <a:rPr dirty="0"/>
              <a:t>Total orders ~10K indicates strong demand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Profit margin at ~12% indicates room for improvement</a:t>
            </a:r>
          </a:p>
          <a:p>
            <a:r>
              <a:rPr dirty="0"/>
              <a:t>Office Supplies contributes highest profit share (~43%)</a:t>
            </a:r>
          </a:p>
          <a:p>
            <a:r>
              <a:rPr dirty="0"/>
              <a:t>Technology follows closely (~35%)</a:t>
            </a:r>
          </a:p>
          <a:p>
            <a:r>
              <a:rPr dirty="0"/>
              <a:t>Furniture contributes least profit (~22%)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West region leads in sales</a:t>
            </a:r>
          </a:p>
          <a:p>
            <a:r>
              <a:rPr dirty="0"/>
              <a:t>East region shows strong performance</a:t>
            </a:r>
          </a:p>
          <a:p>
            <a:r>
              <a:rPr dirty="0"/>
              <a:t>Central region underperforms</a:t>
            </a:r>
          </a:p>
          <a:p>
            <a:r>
              <a:rPr dirty="0"/>
              <a:t>Opportunity to optimize low-performing regions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 profit margins via pricing optimization</a:t>
            </a:r>
          </a:p>
          <a:p>
            <a:r>
              <a:rPr dirty="0"/>
              <a:t>Focus on high-performing categories (Technology)</a:t>
            </a:r>
          </a:p>
          <a:p>
            <a:r>
              <a:rPr dirty="0"/>
              <a:t>Boost marketing in low-performing regions</a:t>
            </a:r>
          </a:p>
          <a:p>
            <a:r>
              <a:rPr dirty="0"/>
              <a:t>Investigate stagnant YoY growth</a:t>
            </a:r>
          </a:p>
          <a:p>
            <a:r>
              <a:rPr dirty="0"/>
              <a:t>Enhance customer retention strategies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</TotalTime>
  <Words>158</Words>
  <Application>Microsoft Office PowerPoint</Application>
  <PresentationFormat>On-screen Show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Ecommerce Sales &amp; Profit Dashboard</vt:lpstr>
      <vt:lpstr>Executive Summary</vt:lpstr>
      <vt:lpstr>Dashboard Overview</vt:lpstr>
      <vt:lpstr>Sales Insights</vt:lpstr>
      <vt:lpstr>Profit Analysis</vt:lpstr>
      <vt:lpstr>Regional Performance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Ecommerce Sales &amp; Profit Dashboard</dc:title>
  <dc:subject/>
  <dc:creator>Sethuraman B</dc:creator>
  <cp:keywords/>
  <dc:description>generated using python-pptx</dc:description>
  <cp:lastModifiedBy>Sethuraman B</cp:lastModifiedBy>
  <cp:revision>2</cp:revision>
  <dcterms:created xsi:type="dcterms:W3CDTF">2013-01-27T09:14:16Z</dcterms:created>
  <dcterms:modified xsi:type="dcterms:W3CDTF">2026-04-22T05:08:22Z</dcterms:modified>
  <cp:category/>
</cp:coreProperties>
</file>