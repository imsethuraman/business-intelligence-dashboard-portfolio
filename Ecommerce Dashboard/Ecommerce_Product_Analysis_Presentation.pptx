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8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3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4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06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40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7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3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0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8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2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8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2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Ecommerce Product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Insights &amp;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Overview</a:t>
            </a:r>
          </a:p>
        </p:txBody>
      </p:sp>
      <p:pic>
        <p:nvPicPr>
          <p:cNvPr id="3" name="Picture 2" descr="Ecommerce Product Analysi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48672"/>
            <a:ext cx="8229600" cy="4332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Transactions: 2,400</a:t>
            </a:r>
          </a:p>
          <a:p>
            <a:r>
              <a:rPr dirty="0"/>
              <a:t>Quantity Sold: 11,997</a:t>
            </a:r>
          </a:p>
          <a:p>
            <a:r>
              <a:rPr dirty="0"/>
              <a:t>Revenue: $649K</a:t>
            </a:r>
          </a:p>
          <a:p>
            <a:r>
              <a:rPr dirty="0"/>
              <a:t>Avg Delivery: 2.3 days</a:t>
            </a:r>
          </a:p>
          <a:p>
            <a:r>
              <a:rPr dirty="0"/>
              <a:t>Customer Rating: 4.0</a:t>
            </a:r>
          </a:p>
          <a:p>
            <a:r>
              <a:rPr dirty="0"/>
              <a:t>Healthy business with growth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Steady growth over 13 weeks</a:t>
            </a:r>
          </a:p>
          <a:p>
            <a:r>
              <a:rPr dirty="0"/>
              <a:t>Peak around weeks 7–10</a:t>
            </a:r>
          </a:p>
          <a:p>
            <a:r>
              <a:rPr dirty="0"/>
              <a:t>Demand increasing due to</a:t>
            </a:r>
            <a:r>
              <a:rPr lang="en-IN" dirty="0"/>
              <a:t> </a:t>
            </a:r>
            <a:r>
              <a:rPr dirty="0"/>
              <a:t>marketing/seasonality.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Purchase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 Channels: App, Website</a:t>
            </a:r>
          </a:p>
          <a:p>
            <a:r>
              <a:rPr dirty="0"/>
              <a:t>Female customers dominate</a:t>
            </a:r>
          </a:p>
          <a:p>
            <a:r>
              <a:rPr dirty="0"/>
              <a:t>Mobile-first business with strong female segment.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Top: T-Shirts, Jeans, Sneakers</a:t>
            </a:r>
          </a:p>
          <a:p>
            <a:r>
              <a:rPr dirty="0"/>
              <a:t>Low: Jewelry, Accessories</a:t>
            </a:r>
          </a:p>
          <a:p>
            <a:r>
              <a:rPr dirty="0"/>
              <a:t>Apparel drives revenue; accessories need push.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Customers concentrated in California</a:t>
            </a:r>
          </a:p>
          <a:p>
            <a:r>
              <a:rPr dirty="0"/>
              <a:t>Opportunity to expand to new regions.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Ratings improving month over month</a:t>
            </a:r>
          </a:p>
          <a:p>
            <a:r>
              <a:rPr dirty="0"/>
              <a:t>Majority 4–5 stars</a:t>
            </a:r>
          </a:p>
          <a:p>
            <a:r>
              <a:rPr dirty="0"/>
              <a:t>Driven by delivery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 deliveries in 2–3 days</a:t>
            </a:r>
          </a:p>
          <a:p>
            <a:r>
              <a:rPr dirty="0"/>
              <a:t>Few delays</a:t>
            </a:r>
          </a:p>
          <a:p>
            <a:r>
              <a:rPr dirty="0"/>
              <a:t>Strong logistics capability.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Mostly small orders</a:t>
            </a:r>
          </a:p>
          <a:p>
            <a:r>
              <a:rPr dirty="0"/>
              <a:t>Few bulk buyers</a:t>
            </a:r>
          </a:p>
          <a:p>
            <a:r>
              <a:rPr dirty="0"/>
              <a:t>Opportunity to increase AOV.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Channel dependency on App</a:t>
            </a:r>
          </a:p>
          <a:p>
            <a:r>
              <a:t>Low accessory sales</a:t>
            </a:r>
          </a:p>
          <a:p>
            <a:r>
              <a:t>Geographic concentration</a:t>
            </a:r>
          </a:p>
          <a:p>
            <a:r>
              <a:t>Low order 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Bundle products</a:t>
            </a:r>
          </a:p>
          <a:p>
            <a:r>
              <a:t>Improve app &amp; channels</a:t>
            </a:r>
          </a:p>
          <a:p>
            <a:r>
              <a:t>Target female segment</a:t>
            </a:r>
          </a:p>
          <a:p>
            <a:r>
              <a:t>Expand geography</a:t>
            </a:r>
          </a:p>
          <a:p>
            <a:r>
              <a:t>Promote low-performing items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8792"/>
            <a:ext cx="8229600" cy="577737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300000"/>
              </a:lnSpc>
              <a:buNone/>
            </a:pPr>
            <a:r>
              <a:rPr lang="en-IN" sz="7200" dirty="0"/>
              <a:t> Thank  You</a:t>
            </a:r>
            <a:endParaRPr sz="7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</TotalTime>
  <Words>184</Words>
  <Application>Microsoft Office PowerPoint</Application>
  <PresentationFormat>On-screen Show (4:3)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Rockwell</vt:lpstr>
      <vt:lpstr>Rockwell Condensed</vt:lpstr>
      <vt:lpstr>Wingdings</vt:lpstr>
      <vt:lpstr>Wood Type</vt:lpstr>
      <vt:lpstr>Ecommerce Product Analysis Dashboard</vt:lpstr>
      <vt:lpstr>Dashboard Overview</vt:lpstr>
      <vt:lpstr>Executive Summary</vt:lpstr>
      <vt:lpstr>Sales Trend Insights</vt:lpstr>
      <vt:lpstr>Purchase Behavior</vt:lpstr>
      <vt:lpstr>Product Insights</vt:lpstr>
      <vt:lpstr>Geographic Insights</vt:lpstr>
      <vt:lpstr>Customer Satisfaction</vt:lpstr>
      <vt:lpstr>Delivery Performance</vt:lpstr>
      <vt:lpstr>Order Behavior</vt:lpstr>
      <vt:lpstr>Key Problems</vt:lpstr>
      <vt:lpstr>Recommendations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Product Analysis Dashboard</dc:title>
  <dc:subject/>
  <dc:creator>Sethuraman B</dc:creator>
  <cp:keywords/>
  <dc:description>generated using python-pptx</dc:description>
  <cp:lastModifiedBy>Sethuraman B</cp:lastModifiedBy>
  <cp:revision>2</cp:revision>
  <dcterms:created xsi:type="dcterms:W3CDTF">2013-01-27T09:14:16Z</dcterms:created>
  <dcterms:modified xsi:type="dcterms:W3CDTF">2026-04-22T04:54:14Z</dcterms:modified>
  <cp:category/>
</cp:coreProperties>
</file>