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Business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Sales &amp; Performance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Dynamic Business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91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Sales: </a:t>
            </a:r>
            <a:r>
              <a:rPr lang="en-IN" dirty="0"/>
              <a:t>₹ 2,17,01,722 </a:t>
            </a:r>
            <a:endParaRPr dirty="0"/>
          </a:p>
          <a:p>
            <a:r>
              <a:rPr dirty="0"/>
              <a:t>Total Boxes: </a:t>
            </a:r>
            <a:r>
              <a:rPr lang="en-IN" dirty="0"/>
              <a:t>1344574</a:t>
            </a:r>
            <a:endParaRPr dirty="0"/>
          </a:p>
          <a:p>
            <a:r>
              <a:rPr dirty="0"/>
              <a:t>Profit Margin: </a:t>
            </a:r>
            <a:r>
              <a:rPr lang="en-IN" dirty="0"/>
              <a:t>67</a:t>
            </a:r>
            <a:r>
              <a:rPr dirty="0"/>
              <a:t>.</a:t>
            </a:r>
            <a:r>
              <a:rPr lang="en-IN" dirty="0"/>
              <a:t>5</a:t>
            </a:r>
            <a:r>
              <a:rPr dirty="0"/>
              <a:t>%</a:t>
            </a:r>
          </a:p>
          <a:p>
            <a:endParaRPr dirty="0"/>
          </a:p>
          <a:p>
            <a:r>
              <a:rPr dirty="0"/>
              <a:t>High-margin business with strong performance, but variation across products and salespersons.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Performers: 99% Dark &amp; Pure, 85% Dark Bars</a:t>
            </a:r>
          </a:p>
          <a:p>
            <a:r>
              <a:t>Mid: Almond Choco, Caramel Stuffed Bars</a:t>
            </a:r>
          </a:p>
          <a:p>
            <a:r>
              <a:t>Low: Raspberry Choco</a:t>
            </a:r>
          </a:p>
          <a:p>
            <a:endParaRPr/>
          </a:p>
          <a:p>
            <a:r>
              <a:t>Insight: Premium products drive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Overdependence on few products</a:t>
            </a:r>
          </a:p>
          <a:p>
            <a:r>
              <a:t>Underperforming SKUs</a:t>
            </a:r>
          </a:p>
          <a:p>
            <a:r>
              <a:t>Seasonal sales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premium product line</a:t>
            </a:r>
          </a:p>
          <a:p>
            <a:r>
              <a:t>Incentivize sales team</a:t>
            </a:r>
          </a:p>
          <a:p>
            <a:r>
              <a:t>Bundle low-performing products</a:t>
            </a:r>
          </a:p>
          <a:p>
            <a:r>
              <a:t>Plan campaigns before peak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104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Dynamic Business Dashboard Analysis</vt:lpstr>
      <vt:lpstr>Dashboard Overview</vt:lpstr>
      <vt:lpstr>Executive Summary</vt:lpstr>
      <vt:lpstr>Product Performance Insights</vt:lpstr>
      <vt:lpstr>Key Problems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Business Dashboard Analysis</dc:title>
  <dc:subject/>
  <dc:creator/>
  <cp:keywords/>
  <dc:description>generated using python-pptx</dc:description>
  <cp:lastModifiedBy>Sethuraman B</cp:lastModifiedBy>
  <cp:revision>3</cp:revision>
  <dcterms:created xsi:type="dcterms:W3CDTF">2013-01-27T09:14:16Z</dcterms:created>
  <dcterms:modified xsi:type="dcterms:W3CDTF">2026-04-22T04:28:34Z</dcterms:modified>
  <cp:category/>
</cp:coreProperties>
</file>